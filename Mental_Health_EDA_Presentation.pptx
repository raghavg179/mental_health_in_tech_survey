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Mental Health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Exploratory Data Analysis (EDA)</a:t>
            </a:r>
          </a:p>
          <a:p>
            <a:r>
              <a:t>By Raghvendra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Analyze mental health survey data to uncover trends, patterns, and insights.</a:t>
            </a:r>
          </a:p>
          <a:p/>
          <a:p>
            <a:r>
              <a:t>Approach: Data Cleaning, Visualization, Statistical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Survey-based mental health dataset</a:t>
            </a:r>
          </a:p>
          <a:p>
            <a:r>
              <a:t>Includes demographic, workplace, and mental health indicators.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</a:t>
            </a:r>
          </a:p>
          <a:p>
            <a:r>
              <a:t>Removed duplicates</a:t>
            </a:r>
          </a:p>
          <a:p>
            <a:r>
              <a:t>Formatted categorical and numerical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Univariate Analysis</a:t>
            </a:r>
          </a:p>
          <a:p>
            <a:r>
              <a:t>Bivariate Analysis</a:t>
            </a:r>
          </a:p>
          <a:p>
            <a:r>
              <a:t>Visualization using graphs and plots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Workplace environment significantly impacts mental health</a:t>
            </a:r>
          </a:p>
          <a:p>
            <a:r>
              <a:t>Awareness and support reduce mental health issues</a:t>
            </a:r>
          </a:p>
          <a:p>
            <a:r>
              <a:t>Certain age groups show higher stress levels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workplace mental health policies</a:t>
            </a:r>
          </a:p>
          <a:p>
            <a:r>
              <a:t>Better employee productivity</a:t>
            </a:r>
          </a:p>
          <a:p>
            <a:r>
              <a:t>Data-driven decision making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helped uncover actionable insights</a:t>
            </a:r>
          </a:p>
          <a:p>
            <a:r>
              <a:t>Can be extended using ML models</a:t>
            </a:r>
          </a:p>
          <a:p>
            <a:r>
              <a:t>Useful for organizational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